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32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85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28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459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60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857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06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35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51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04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269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9087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782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3089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333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875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40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C4772-7502-440D-8F2A-4FCBC20F7058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39398-03B1-45DC-B729-E15705817C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617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2FA295-DA20-8E2B-E4E1-3AADE502BF3A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Trabalho 1 de POO 2 – </a:t>
            </a:r>
            <a:r>
              <a:rPr lang="pt-BR" sz="3200" b="1" dirty="0" err="1">
                <a:solidFill>
                  <a:schemeClr val="bg1"/>
                </a:solidFill>
              </a:rPr>
              <a:t>JavaFX</a:t>
            </a:r>
            <a:r>
              <a:rPr lang="pt-BR" sz="3200" b="1" dirty="0">
                <a:solidFill>
                  <a:schemeClr val="bg1"/>
                </a:solidFill>
              </a:rPr>
              <a:t>, JDBC, MVC e DAO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A760CA-141F-84C8-3EB9-AEF644A74E03}"/>
              </a:ext>
            </a:extLst>
          </p:cNvPr>
          <p:cNvSpPr txBox="1"/>
          <p:nvPr/>
        </p:nvSpPr>
        <p:spPr>
          <a:xfrm>
            <a:off x="2227005" y="5530646"/>
            <a:ext cx="10186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Integrante: </a:t>
            </a:r>
            <a:r>
              <a:rPr lang="pt-BR" sz="2400" dirty="0">
                <a:solidFill>
                  <a:schemeClr val="bg1"/>
                </a:solidFill>
              </a:rPr>
              <a:t>Arthur Sardenberg Castro Couto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Disciplina: </a:t>
            </a:r>
            <a:r>
              <a:rPr lang="pt-BR" sz="2400" dirty="0">
                <a:solidFill>
                  <a:schemeClr val="bg1"/>
                </a:solidFill>
              </a:rPr>
              <a:t>Programação Orientada a Objetos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Universidade: </a:t>
            </a:r>
            <a:r>
              <a:rPr lang="pt-BR" sz="2400" dirty="0">
                <a:solidFill>
                  <a:schemeClr val="bg1"/>
                </a:solidFill>
              </a:rPr>
              <a:t>Universidade Estadual do Centro-Oeste</a:t>
            </a:r>
          </a:p>
        </p:txBody>
      </p:sp>
      <p:pic>
        <p:nvPicPr>
          <p:cNvPr id="7" name="Imagem 6" descr="Caminhão e carros na rua de uma cidade&#10;&#10;Descrição gerada automaticamente com confiança média">
            <a:extLst>
              <a:ext uri="{FF2B5EF4-FFF2-40B4-BE49-F238E27FC236}">
                <a16:creationId xmlns:a16="http://schemas.microsoft.com/office/drawing/2014/main" id="{969F20D9-54A8-65E0-6D50-4E2F22B00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173" y="2498473"/>
            <a:ext cx="7051654" cy="255239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3C67E19-A8FC-FB77-4A91-C8027C003F65}"/>
              </a:ext>
            </a:extLst>
          </p:cNvPr>
          <p:cNvSpPr txBox="1"/>
          <p:nvPr/>
        </p:nvSpPr>
        <p:spPr>
          <a:xfrm>
            <a:off x="0" y="129739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Sistema de Gerenciamento de Frotas</a:t>
            </a:r>
          </a:p>
        </p:txBody>
      </p:sp>
    </p:spTree>
    <p:extLst>
      <p:ext uri="{BB962C8B-B14F-4D97-AF65-F5344CB8AC3E}">
        <p14:creationId xmlns:p14="http://schemas.microsoft.com/office/powerpoint/2010/main" val="319483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8899-7E98-05F0-DCC0-C43BD375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701CC14-A5A3-B8EA-ABE0-AE092CF27B1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Descrição básica do sistema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E45B6D-51C5-E7FC-DD59-27C261CA35FA}"/>
              </a:ext>
            </a:extLst>
          </p:cNvPr>
          <p:cNvSpPr txBox="1"/>
          <p:nvPr/>
        </p:nvSpPr>
        <p:spPr>
          <a:xfrm>
            <a:off x="2050027" y="722671"/>
            <a:ext cx="101419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bg1"/>
                </a:solidFill>
              </a:rPr>
              <a:t>O sistema consiste em realizar operações CRUD para o gerenciamento de uma frota de empresa logística através de uma interface feita em </a:t>
            </a:r>
            <a:r>
              <a:rPr lang="pt-BR" sz="2400" dirty="0" err="1">
                <a:solidFill>
                  <a:schemeClr val="bg1"/>
                </a:solidFill>
              </a:rPr>
              <a:t>JavaFX</a:t>
            </a:r>
            <a:r>
              <a:rPr lang="pt-BR" sz="2400" dirty="0">
                <a:solidFill>
                  <a:schemeClr val="bg1"/>
                </a:solidFill>
              </a:rPr>
              <a:t> que realiza conexão com um banco de dados em PostgreSQL via JDBC.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algn="just"/>
            <a:r>
              <a:rPr lang="pt-BR" sz="2400" dirty="0">
                <a:solidFill>
                  <a:schemeClr val="bg1"/>
                </a:solidFill>
              </a:rPr>
              <a:t>O menu do aplicativo possui uma barra de seleção com cada operação separada pela tabela a ser manipulada. Cada operação possui uma tela própria para ser executada, com campos adequados para o preenchimento das informações necessárias.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E44BF1-1C8D-36E1-5B55-BB2DF6FF9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115" y="3665878"/>
            <a:ext cx="4439265" cy="319212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5BE143D-9D04-840C-4DCC-317795799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22" y="3665877"/>
            <a:ext cx="4439265" cy="319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39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0E39-A8B4-5513-A906-5C5160C9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9E24957-4D6A-3867-75CB-405E548DF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45445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F80009-430D-E453-1388-650EA149D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445" y="-1"/>
            <a:ext cx="2546555" cy="392307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4B3EDB6-49FB-3044-970B-6BDA57086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5445" y="3923070"/>
            <a:ext cx="2546555" cy="293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9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5B08-19A6-33CA-EA25-010552F8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99FAF40-630C-815A-39AF-D9444A1E7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86089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75D6ACF-EA59-659C-1385-8CD10BA89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891" y="-1"/>
            <a:ext cx="4331109" cy="31060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E22E1AC-6E5A-80E3-1995-8C845D168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181" y="3255718"/>
            <a:ext cx="2782529" cy="345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45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9615-B95A-BCC4-3459-478ED0BA5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54E052D-5075-A5ED-4E8B-84F44B3AFFAB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Descrição da funcionalidade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34CCF8-6ED7-2F57-2767-7C3395D55CAB}"/>
              </a:ext>
            </a:extLst>
          </p:cNvPr>
          <p:cNvSpPr txBox="1"/>
          <p:nvPr/>
        </p:nvSpPr>
        <p:spPr>
          <a:xfrm>
            <a:off x="2182760" y="693174"/>
            <a:ext cx="100092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Funcionalidade: </a:t>
            </a:r>
            <a:r>
              <a:rPr lang="pt-BR" sz="2400" dirty="0">
                <a:solidFill>
                  <a:schemeClr val="bg1"/>
                </a:solidFill>
              </a:rPr>
              <a:t>Alerta preventivo de manutenção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Objetivo: </a:t>
            </a:r>
            <a:r>
              <a:rPr lang="pt-BR" sz="2400" dirty="0">
                <a:solidFill>
                  <a:schemeClr val="bg1"/>
                </a:solidFill>
              </a:rPr>
              <a:t>Mostrar ao usuário quando um dado veículo deve passar por uma manutenção preventiva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Funcionamento: </a:t>
            </a:r>
            <a:r>
              <a:rPr lang="pt-BR" sz="2400" dirty="0">
                <a:solidFill>
                  <a:schemeClr val="bg1"/>
                </a:solidFill>
              </a:rPr>
              <a:t>O disparo de uma mensagem de alerta é feita via verificação dos dados via DAO, seja na consulta de veículos ou na manipulação dos registros da tabela Viagem. Inserções ou atualizações de registros Viagem alteram a quilometragem atual do veículo selecionado, garantindo a consistência de dados no sistema.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538325B-592F-B23B-E807-FAF980906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96" y="3722134"/>
            <a:ext cx="4749597" cy="313586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B245C32-4F75-B0AC-B4A1-ED1E92257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07" y="3699639"/>
            <a:ext cx="4749597" cy="315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90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70</TotalTime>
  <Words>194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Usuário</dc:creator>
  <cp:lastModifiedBy>Usuário</cp:lastModifiedBy>
  <cp:revision>13</cp:revision>
  <dcterms:created xsi:type="dcterms:W3CDTF">2026-10-19T00:37:06Z</dcterms:created>
  <dcterms:modified xsi:type="dcterms:W3CDTF">2026-10-19T01:47:26Z</dcterms:modified>
</cp:coreProperties>
</file>